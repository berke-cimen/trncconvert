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27B02DD-ACC3-25B4-FFF1-9959F44325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27DEA250-93F6-7C5C-99D1-58168FE4B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A9A25C1-01D2-5156-466D-6EC83B8DA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E0F8F-46EB-4375-9178-82C5BB502751}" type="datetimeFigureOut">
              <a:rPr lang="tr-TR" smtClean="0"/>
              <a:t>15.10.2026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1B948FE-CEB5-63C4-9652-074373086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9353F4E-E63E-88D6-7943-44566B02D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4F5D7-E7E8-4178-AD04-178F78577F6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56070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AC59CF6-F583-D35C-2987-905F4D8D9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9B3C6D1-3639-D423-C993-706DB8EBC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B1AABE1-49B0-8E36-2279-7167389A2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E0F8F-46EB-4375-9178-82C5BB502751}" type="datetimeFigureOut">
              <a:rPr lang="tr-TR" smtClean="0"/>
              <a:t>15.10.2026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D69C7E0-2693-7C67-5A73-40FBB231F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A4ABE10-F03C-7CE6-E93C-868CC50A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4F5D7-E7E8-4178-AD04-178F78577F6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66119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274D21F-06AE-A7AF-57BD-8510B4E2C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602F1734-D98B-BE7B-1501-D8E957F2F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67B4AF7-0538-BD44-95E8-055E9BA36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E0F8F-46EB-4375-9178-82C5BB502751}" type="datetimeFigureOut">
              <a:rPr lang="tr-TR" smtClean="0"/>
              <a:t>15.10.2026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0699F26-6013-E54E-58DA-4CDCA84B6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668BD55-5F34-3BA0-363E-E2433EC40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4F5D7-E7E8-4178-AD04-178F78577F6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78261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E3A5745-FA39-FE48-FCD3-DA6926C81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0759A1A-C96A-C62A-136A-7F86AFA2F6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21B68863-96BC-32B7-06A7-2E16D1D452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B56BDD6A-4208-0536-6695-7A77187D7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E0F8F-46EB-4375-9178-82C5BB502751}" type="datetimeFigureOut">
              <a:rPr lang="tr-TR" smtClean="0"/>
              <a:t>15.10.2026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82925C24-519B-FAFF-BD02-BDF543332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6970CCE8-BFBC-4274-C532-95B6CE739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4F5D7-E7E8-4178-AD04-178F78577F6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79631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FEA8DE0-D131-E81D-0A2F-B121BD382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912D5DE6-9D45-9C02-F051-907C70DCE7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B8C09405-11C7-EA4A-B467-A22EBFE68D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F918123C-6AF3-2A23-6DC7-4B1D4DCD81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3FFCDA0B-3EA0-E2A0-49EB-A54FC5C319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58DA4A06-733A-8F11-8EA0-3C7DA6A18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E0F8F-46EB-4375-9178-82C5BB502751}" type="datetimeFigureOut">
              <a:rPr lang="tr-TR" smtClean="0"/>
              <a:t>15.10.2026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B44C2F89-2E4E-C26F-C37B-0CDD77367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C8BBB42C-3D82-B2EF-2987-AE5BE8ECB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4F5D7-E7E8-4178-AD04-178F78577F6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4769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297A92C-D561-B063-D427-2C543BB2F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83C5B3A7-35FA-6025-87CA-5B791A1D3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E0F8F-46EB-4375-9178-82C5BB502751}" type="datetimeFigureOut">
              <a:rPr lang="tr-TR" smtClean="0"/>
              <a:t>15.10.2026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0BAD8505-4D56-2C43-1602-344E71015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725D2E75-C9DD-7525-17A7-67B0A64DE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4F5D7-E7E8-4178-AD04-178F78577F6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72847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CB983634-ACC9-A4E1-E415-508D26BD1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E0F8F-46EB-4375-9178-82C5BB502751}" type="datetimeFigureOut">
              <a:rPr lang="tr-TR" smtClean="0"/>
              <a:t>15.10.2026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636271C1-F8E1-FACB-6682-15307DEF0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27048996-7F94-D95F-EF82-240746C8B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4F5D7-E7E8-4178-AD04-178F78577F6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78794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491AE83-725E-A3AB-0CBD-17155B7CC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5187D1E-38FC-554D-A911-65036A8DA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C2E853C1-FC95-A5C5-C3BE-1A399C432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D45EDAC5-83D2-3B8E-6D9C-FE7851A51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E0F8F-46EB-4375-9178-82C5BB502751}" type="datetimeFigureOut">
              <a:rPr lang="tr-TR" smtClean="0"/>
              <a:t>15.10.2026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36F92F0-B1B9-6B64-1884-E81CAA915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6CDC133C-E0D1-30E9-A38F-B3FB000F2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4F5D7-E7E8-4178-AD04-178F78577F6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59393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B547C47-4680-7EFE-05BB-120F3B9C4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B7234996-EB8E-BCA7-3B39-F3DCCF7978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07131E2C-22A8-7EC3-53BC-1A17FEE491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06C7954F-9AFF-1925-1792-C91B949E9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E0F8F-46EB-4375-9178-82C5BB502751}" type="datetimeFigureOut">
              <a:rPr lang="tr-TR" smtClean="0"/>
              <a:t>15.10.2026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E7E65F0C-4307-031E-2DE1-618E5C06E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2CE7D727-6007-CA9D-C9E8-2006C5E4F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4F5D7-E7E8-4178-AD04-178F78577F6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0276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11CF320-BCC1-F388-AE1F-6CBEB3594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814F502F-6D62-0490-5480-5E83C73D31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4F4960A-5171-80B7-EB37-1C70DF564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E0F8F-46EB-4375-9178-82C5BB502751}" type="datetimeFigureOut">
              <a:rPr lang="tr-TR" smtClean="0"/>
              <a:t>15.10.2026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69F131B-D0D5-A71F-AD61-E0BF7200D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A8FDE41-730E-DB59-65F8-7184F5DD4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4F5D7-E7E8-4178-AD04-178F78577F6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30755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3C7BD810-B1D5-EF3B-9BD9-4495A455F9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B16C3E94-5D1A-99F4-0EF4-0C0EB4A853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C9B419A-D7D4-FC5C-9358-226F21C44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E0F8F-46EB-4375-9178-82C5BB502751}" type="datetimeFigureOut">
              <a:rPr lang="tr-TR" smtClean="0"/>
              <a:t>15.10.2026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36F54C3-F09F-50BE-ED30-68B01492A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E17A841-67CF-C3FF-9F41-D39CF9C00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4F5D7-E7E8-4178-AD04-178F78577F6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24174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56FF72CB-A31A-5985-F312-611A45276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08C05BBC-8D45-7D0C-78AE-E9525B547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55D6215-677A-67E3-D705-C423BB56F8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6E0F8F-46EB-4375-9178-82C5BB502751}" type="datetimeFigureOut">
              <a:rPr lang="tr-TR" smtClean="0"/>
              <a:t>15.10.2026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05C82FD-183A-7E22-1CA6-612322C02B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D881BC6-9F5A-D60E-6E74-6DCBD01BCA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D4F5D7-E7E8-4178-AD04-178F78577F6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23257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32E79AB-04B0-90E8-6D77-A982F29F82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/>
              <a:t>TRNCConvert test ÇĞİÖŞÜ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3A7F6CB7-4BDA-6B97-E466-F788AE7F79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/>
              <a:t>PowerPoint sunumu</a:t>
            </a:r>
          </a:p>
        </p:txBody>
      </p:sp>
    </p:spTree>
    <p:extLst>
      <p:ext uri="{BB962C8B-B14F-4D97-AF65-F5344CB8AC3E}">
        <p14:creationId xmlns:p14="http://schemas.microsoft.com/office/powerpoint/2010/main" val="3428641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Geniş ekran</PresentationFormat>
  <Paragraphs>2</Paragraphs>
  <Slides>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Teması</vt:lpstr>
      <vt:lpstr>TRNCConvert test ÇĞİÖŞÜ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Berke Çimen</dc:creator>
  <cp:lastModifiedBy>Berke Çimen</cp:lastModifiedBy>
  <cp:revision>1</cp:revision>
  <dcterms:created xsi:type="dcterms:W3CDTF">2026-10-15T18:54:02Z</dcterms:created>
  <dcterms:modified xsi:type="dcterms:W3CDTF">2026-10-15T18:54:02Z</dcterms:modified>
</cp:coreProperties>
</file>